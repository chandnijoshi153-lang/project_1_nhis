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D25855-4423-4A95-BE7C-A60DBAB588AD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330C2C-3576-42D2-AC1B-9E9E5B5F97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34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30C2C-3576-42D2-AC1B-9E9E5B5F975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356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673A-DEB4-4A99-92A2-3BCE5E66E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1532" y="688648"/>
            <a:ext cx="7772400" cy="1470025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WELCOME TO 	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7D6D2-FC72-4C1B-A9B3-EC374A951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158673"/>
            <a:ext cx="6400800" cy="1752600"/>
          </a:xfrm>
        </p:spPr>
        <p:txBody>
          <a:bodyPr>
            <a:normAutofit/>
          </a:bodyPr>
          <a:lstStyle/>
          <a:p>
            <a:endParaRPr lang="en-IN" b="1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r>
              <a:rPr lang="en-IN" b="1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IN" b="1" dirty="0" err="1">
                <a:solidFill>
                  <a:srgbClr val="0070C0"/>
                </a:solidFill>
                <a:latin typeface="Arial Black" panose="020B0A04020102020204" pitchFamily="34" charset="0"/>
              </a:rPr>
              <a:t>NextHikes</a:t>
            </a:r>
            <a:r>
              <a:rPr lang="en-IN" b="1" dirty="0">
                <a:solidFill>
                  <a:srgbClr val="0070C0"/>
                </a:solidFill>
                <a:latin typeface="Arial Black" panose="020B0A04020102020204" pitchFamily="34" charset="0"/>
              </a:rPr>
              <a:t> IT Solutions </a:t>
            </a:r>
          </a:p>
          <a:p>
            <a:endParaRPr lang="en-IN" b="1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endParaRPr lang="en-IN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764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Bike Sharing Demand Analysis Using</a:t>
            </a:r>
            <a:r>
              <a:rPr lang="en-US" dirty="0"/>
              <a:t> Excel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 Data Science Project</a:t>
            </a:r>
          </a:p>
          <a:p>
            <a:r>
              <a:rPr dirty="0"/>
              <a:t>By: </a:t>
            </a:r>
            <a:r>
              <a:rPr lang="en-IN" dirty="0"/>
              <a:t>[</a:t>
            </a:r>
            <a:r>
              <a:rPr lang="en-US" dirty="0"/>
              <a:t>Chandni Joshi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Bike-sharing systems are increasingly popular in urban areas.</a:t>
            </a:r>
          </a:p>
          <a:p>
            <a:r>
              <a:t>Understanding rental demand helps operators optimize availability, reduce shortages, and improve customer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To predict bike rental demand based on environmental and temporal factors.</a:t>
            </a:r>
          </a:p>
          <a:p>
            <a:endParaRPr/>
          </a:p>
          <a:p>
            <a:r>
              <a:t>Objectives:</a:t>
            </a:r>
          </a:p>
          <a:p>
            <a:r>
              <a:t>- Build a predictive model for bike rental demand.</a:t>
            </a:r>
          </a:p>
          <a:p>
            <a:r>
              <a:t>- Identify key factors affecting usage patterns.</a:t>
            </a:r>
          </a:p>
          <a:p>
            <a:r>
              <a:t>- Provide actionable insights for operations optimization.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Dataset: </a:t>
            </a:r>
            <a:r>
              <a:rPr lang="en-IN" dirty="0"/>
              <a:t>Merged dataset 1,2,3 , final data set</a:t>
            </a:r>
            <a:endParaRPr dirty="0"/>
          </a:p>
          <a:p>
            <a:r>
              <a:rPr dirty="0"/>
              <a:t>Records: ~8,760 (hourly for 1 year)</a:t>
            </a:r>
          </a:p>
          <a:p>
            <a:r>
              <a:rPr dirty="0"/>
              <a:t>Main Features: datetime, season, holiday, </a:t>
            </a:r>
            <a:r>
              <a:rPr dirty="0" err="1"/>
              <a:t>workingday</a:t>
            </a:r>
            <a:r>
              <a:rPr dirty="0"/>
              <a:t>, weather, temp, humidity, windspeed, count (target).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Shown separately as an interactive table (first 50 rows).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Checked for missing values and outliers.</a:t>
            </a:r>
          </a:p>
          <a:p>
            <a:r>
              <a:t>- Converted datetime column to extract hour, day, month, and year.</a:t>
            </a:r>
          </a:p>
          <a:p>
            <a:r>
              <a:t>- Encoded categorical variables like season and weather.</a:t>
            </a:r>
          </a:p>
          <a:p>
            <a:r>
              <a:t>- Normalized numerical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Performed EDA to understand relationships:</a:t>
            </a:r>
          </a:p>
          <a:p>
            <a:r>
              <a:t>- Demand is higher during working hours.</a:t>
            </a:r>
          </a:p>
          <a:p>
            <a:r>
              <a:t>- Clear weather and moderate temperatures increase rentals.</a:t>
            </a:r>
          </a:p>
          <a:p>
            <a:r>
              <a:t>- Seasonal patterns visible across months.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Visualization: Hourly Pattern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48FAD0E-D133-4A4F-A751-BC9E28C1C7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337" y="2472337"/>
            <a:ext cx="6449325" cy="27816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Visualization: Rentals by Season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avg_rentals_by_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096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Visualization: Temperature vs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096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Visualization: Correlation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Removed highly correlated or less impactful variables.</a:t>
            </a:r>
          </a:p>
          <a:p>
            <a:r>
              <a:t>- Selected key predictors: temp, humidity, weather, hour, season, workingday.</a:t>
            </a:r>
          </a:p>
          <a:p>
            <a:r>
              <a:t>- Split dataset into training (80%) and testing (20%).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Algorithms used:</a:t>
            </a:r>
          </a:p>
          <a:p>
            <a:r>
              <a:t>- Linear Regression</a:t>
            </a:r>
          </a:p>
          <a:p>
            <a:r>
              <a:t>- Random Forest Regressor</a:t>
            </a:r>
          </a:p>
          <a:p>
            <a:r>
              <a:t>- Gradient Boosting</a:t>
            </a:r>
          </a:p>
          <a:p>
            <a:endParaRPr/>
          </a:p>
          <a:p>
            <a:r>
              <a:t>Evaluated models using R² score and RMSE.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Temperature and weather strongly influence demand.</a:t>
            </a:r>
          </a:p>
          <a:p>
            <a:r>
              <a:t>- Peak hours: 8 AM and 6 PM (commuting times).</a:t>
            </a:r>
          </a:p>
          <a:p>
            <a:r>
              <a:t>- Weekdays show higher rentals compared to weekends.</a:t>
            </a:r>
          </a:p>
          <a:p>
            <a:r>
              <a:t>- Use weather forecasts to anticipate demand fluctuations.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Excel</a:t>
            </a:r>
            <a:r>
              <a:rPr dirty="0"/>
              <a:t> learning models can effectively predict bike rental demand.</a:t>
            </a:r>
          </a:p>
          <a:p>
            <a:r>
              <a:rPr dirty="0"/>
              <a:t>Future: </a:t>
            </a:r>
            <a:r>
              <a:rPr lang="en-US" dirty="0"/>
              <a:t>D</a:t>
            </a:r>
            <a:r>
              <a:rPr dirty="0"/>
              <a:t>eep learning, multi-city analysis.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BA375-5D97-4CA8-AFD4-BD732D294C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8670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373</Words>
  <Application>Microsoft Office PowerPoint</Application>
  <PresentationFormat>On-screen Show (4:3)</PresentationFormat>
  <Paragraphs>57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 Black</vt:lpstr>
      <vt:lpstr>Calibri</vt:lpstr>
      <vt:lpstr>Office Theme</vt:lpstr>
      <vt:lpstr>WELCOME TO  </vt:lpstr>
      <vt:lpstr>Bike Sharing Demand Analysis Using Excel</vt:lpstr>
      <vt:lpstr>Introduction</vt:lpstr>
      <vt:lpstr>Problem Statement</vt:lpstr>
      <vt:lpstr>Dataset Overview</vt:lpstr>
      <vt:lpstr>Dataset Preview</vt:lpstr>
      <vt:lpstr>Data Preprocessing</vt:lpstr>
      <vt:lpstr>Exploratory Data Analysis (EDA)</vt:lpstr>
      <vt:lpstr>Visualization: Hourly Pattern</vt:lpstr>
      <vt:lpstr>Visualization: Rentals by Season</vt:lpstr>
      <vt:lpstr>Visualization: Temperature vs Demand</vt:lpstr>
      <vt:lpstr>Visualization: Correlation Matrix</vt:lpstr>
      <vt:lpstr>Feature Selection</vt:lpstr>
      <vt:lpstr>Model Building</vt:lpstr>
      <vt:lpstr>Key Insights &amp; Recommendations</vt:lpstr>
      <vt:lpstr>Conclusion &amp; 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 </dc:title>
  <dc:subject/>
  <dc:creator/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2025-10-21T19:03:11Z</dcterms:modified>
  <cp:category/>
</cp:coreProperties>
</file>